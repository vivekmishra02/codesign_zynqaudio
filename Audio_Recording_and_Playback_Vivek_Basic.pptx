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13"/>
  </p:notesMasterIdLst>
  <p:sldIdLst>
    <p:sldId id="256" r:id="rId2"/>
    <p:sldId id="260" r:id="rId3"/>
    <p:sldId id="257" r:id="rId4"/>
    <p:sldId id="258" r:id="rId5"/>
    <p:sldId id="259" r:id="rId6"/>
    <p:sldId id="272" r:id="rId7"/>
    <p:sldId id="267" r:id="rId8"/>
    <p:sldId id="269" r:id="rId9"/>
    <p:sldId id="270" r:id="rId10"/>
    <p:sldId id="266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72" d="100"/>
          <a:sy n="72" d="100"/>
        </p:scale>
        <p:origin x="66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62470-8ABE-4F8B-AE5E-FAFB432EF94F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143B6-4487-4BDC-8677-A0E029EB8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790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3DAA-BB70-4F50-BF9E-91C840A9EA7E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CE9E713-5C23-4FDD-B2D9-BF304F98F69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53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3DAA-BB70-4F50-BF9E-91C840A9EA7E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9E713-5C23-4FDD-B2D9-BF304F98F69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78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3DAA-BB70-4F50-BF9E-91C840A9EA7E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9E713-5C23-4FDD-B2D9-BF304F98F69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40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3DAA-BB70-4F50-BF9E-91C840A9EA7E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9E713-5C23-4FDD-B2D9-BF304F98F69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747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3DAA-BB70-4F50-BF9E-91C840A9EA7E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9E713-5C23-4FDD-B2D9-BF304F98F69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3DAA-BB70-4F50-BF9E-91C840A9EA7E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9E713-5C23-4FDD-B2D9-BF304F98F69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03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3DAA-BB70-4F50-BF9E-91C840A9EA7E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9E713-5C23-4FDD-B2D9-BF304F98F69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06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3DAA-BB70-4F50-BF9E-91C840A9EA7E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9E713-5C23-4FDD-B2D9-BF304F98F69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38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7CF3DAA-BB70-4F50-BF9E-91C840A9EA7E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9E713-5C23-4FDD-B2D9-BF304F98F69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77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3DAA-BB70-4F50-BF9E-91C840A9EA7E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9E713-5C23-4FDD-B2D9-BF304F98F69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88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3DAA-BB70-4F50-BF9E-91C840A9EA7E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9E713-5C23-4FDD-B2D9-BF304F98F69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98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F3DAA-BB70-4F50-BF9E-91C840A9EA7E}" type="datetimeFigureOut">
              <a:rPr lang="en-US" smtClean="0"/>
              <a:pPr/>
              <a:t>5/7/2021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CE9E713-5C23-4FDD-B2D9-BF304F98F69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043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27098" y="993913"/>
            <a:ext cx="6815668" cy="2435087"/>
          </a:xfrm>
        </p:spPr>
        <p:txBody>
          <a:bodyPr>
            <a:normAutofit fontScale="90000"/>
          </a:bodyPr>
          <a:lstStyle/>
          <a:p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dirty="0"/>
              <a:t>Audio Recording and Playback on </a:t>
            </a:r>
            <a:r>
              <a:rPr lang="en-US" sz="4900" dirty="0" err="1"/>
              <a:t>Zybo</a:t>
            </a:r>
            <a:r>
              <a:rPr lang="en-US" sz="4900" dirty="0"/>
              <a:t> Z7 Using SD </a:t>
            </a:r>
            <a:r>
              <a:rPr lang="en-US" sz="4900" dirty="0" err="1"/>
              <a:t>CaRD</a:t>
            </a:r>
            <a:endParaRPr lang="en-US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9740" y="3207896"/>
            <a:ext cx="6815669" cy="1770504"/>
          </a:xfrm>
        </p:spPr>
        <p:txBody>
          <a:bodyPr>
            <a:no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Vivek Mishra (026605200)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CECS 561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05/07/2021</a:t>
            </a:r>
          </a:p>
        </p:txBody>
      </p:sp>
    </p:spTree>
    <p:extLst>
      <p:ext uri="{BB962C8B-B14F-4D97-AF65-F5344CB8AC3E}">
        <p14:creationId xmlns:p14="http://schemas.microsoft.com/office/powerpoint/2010/main" val="2504725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the DMA project</a:t>
            </a:r>
          </a:p>
          <a:p>
            <a:r>
              <a:rPr lang="en-US" dirty="0"/>
              <a:t>Implementation.</a:t>
            </a:r>
          </a:p>
          <a:p>
            <a:r>
              <a:rPr lang="en-US" dirty="0"/>
              <a:t>Challenges : Old and New</a:t>
            </a:r>
          </a:p>
          <a:p>
            <a:r>
              <a:rPr lang="en-US" dirty="0"/>
              <a:t>Solutions : Old and New</a:t>
            </a:r>
          </a:p>
          <a:p>
            <a:r>
              <a:rPr lang="en-US" dirty="0"/>
              <a:t>Current Status</a:t>
            </a:r>
          </a:p>
          <a:p>
            <a:r>
              <a:rPr lang="en-US" dirty="0"/>
              <a:t>Future Plan</a:t>
            </a:r>
          </a:p>
        </p:txBody>
      </p:sp>
    </p:spTree>
    <p:extLst>
      <p:ext uri="{BB962C8B-B14F-4D97-AF65-F5344CB8AC3E}">
        <p14:creationId xmlns:p14="http://schemas.microsoft.com/office/powerpoint/2010/main" val="1642113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or save audio file in the SD card.</a:t>
            </a:r>
          </a:p>
          <a:p>
            <a:r>
              <a:rPr lang="en-US" dirty="0"/>
              <a:t>Enable push button 3 to record audio using Line In or J7.</a:t>
            </a:r>
          </a:p>
          <a:p>
            <a:r>
              <a:rPr lang="en-US" dirty="0"/>
              <a:t>Enable push button 1 to record audio using a Mic or J6.</a:t>
            </a:r>
          </a:p>
          <a:p>
            <a:r>
              <a:rPr lang="en-US" dirty="0"/>
              <a:t>Enable push button 2 to play audio using a speaker headphone via J5.</a:t>
            </a:r>
          </a:p>
          <a:p>
            <a:r>
              <a:rPr lang="en-US" dirty="0"/>
              <a:t>Audio is loaded in </a:t>
            </a:r>
            <a:r>
              <a:rPr lang="en-US"/>
              <a:t>the 32 </a:t>
            </a:r>
            <a:r>
              <a:rPr lang="en-US" dirty="0"/>
              <a:t>GB SD card.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456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669046F-5838-4C7A-BBE8-A77F40FD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5E6CDB-92ED-43A1-9491-C46E2C8E9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B966BC-DC49-4138-8DEF-B1CD13033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6104331" cy="5149101"/>
            <a:chOff x="632237" y="482171"/>
            <a:chExt cx="6104331" cy="514910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D0BD06-EC5B-4F0E-A221-562BC2BA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237" y="482171"/>
              <a:ext cx="610433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34200B3-EC47-4A5B-A640-7118BF6AD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5296" y="812507"/>
              <a:ext cx="5471355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3B9DAF8-7DB4-40CB-85F8-7E02F95C6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042" y="984450"/>
            <a:ext cx="5145580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0">
            <a:extLst>
              <a:ext uri="{FF2B5EF4-FFF2-40B4-BE49-F238E27FC236}">
                <a16:creationId xmlns:a16="http://schemas.microsoft.com/office/drawing/2014/main" id="{606AED2C-61BA-485C-9DD4-B23B6280F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8029" y="1847088"/>
            <a:ext cx="35203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8030" y="804520"/>
            <a:ext cx="3520367" cy="1049235"/>
          </a:xfrm>
        </p:spPr>
        <p:txBody>
          <a:bodyPr>
            <a:normAutofit/>
          </a:bodyPr>
          <a:lstStyle/>
          <a:p>
            <a:r>
              <a:rPr lang="en-US" dirty="0"/>
              <a:t>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6E3BE6-DFF6-4096-BE0A-5B5575432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223" y="1921552"/>
            <a:ext cx="4825148" cy="225575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8029" y="2015732"/>
            <a:ext cx="3520368" cy="3450613"/>
          </a:xfrm>
        </p:spPr>
        <p:txBody>
          <a:bodyPr>
            <a:normAutofit/>
          </a:bodyPr>
          <a:lstStyle/>
          <a:p>
            <a:r>
              <a:rPr lang="en-US" dirty="0"/>
              <a:t>Able to record and play audio as discussed in previous Introduction slide.</a:t>
            </a:r>
          </a:p>
          <a:p>
            <a:r>
              <a:rPr lang="en-US" dirty="0"/>
              <a:t>A new library was added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xilffs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1" name="Picture 22">
            <a:extLst>
              <a:ext uri="{FF2B5EF4-FFF2-40B4-BE49-F238E27FC236}">
                <a16:creationId xmlns:a16="http://schemas.microsoft.com/office/drawing/2014/main" id="{7EFCF05C-6070-460B-8E60-12BE3EFD1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2" name="Straight Connector 24">
            <a:extLst>
              <a:ext uri="{FF2B5EF4-FFF2-40B4-BE49-F238E27FC236}">
                <a16:creationId xmlns:a16="http://schemas.microsoft.com/office/drawing/2014/main" id="{CFD731F1-726F-453E-9516-3058095DE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22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319444"/>
            <a:ext cx="3660056" cy="1325373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rgbClr val="262626"/>
                </a:solidFill>
              </a:rPr>
              <a:t>Old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493774"/>
            <a:ext cx="3660057" cy="3382094"/>
          </a:xfrm>
        </p:spPr>
        <p:txBody>
          <a:bodyPr>
            <a:normAutofit fontScale="92500"/>
          </a:bodyPr>
          <a:lstStyle/>
          <a:p>
            <a:r>
              <a:rPr lang="en-US" sz="1600" dirty="0">
                <a:solidFill>
                  <a:srgbClr val="262626"/>
                </a:solidFill>
              </a:rPr>
              <a:t>There was problem implementing it because of the version mis-match issue.</a:t>
            </a:r>
          </a:p>
          <a:p>
            <a:r>
              <a:rPr lang="en-US" sz="1600" dirty="0">
                <a:solidFill>
                  <a:srgbClr val="262626"/>
                </a:solidFill>
              </a:rPr>
              <a:t>The recording never stops. The playback was working fine but recoding never stops after the duration of 5 seconds.</a:t>
            </a:r>
          </a:p>
          <a:p>
            <a:r>
              <a:rPr lang="en-US" sz="1600" dirty="0">
                <a:solidFill>
                  <a:srgbClr val="262626"/>
                </a:solidFill>
              </a:rPr>
              <a:t>One #define statement was missing in </a:t>
            </a:r>
            <a:r>
              <a:rPr lang="en-US" sz="1600" dirty="0" err="1">
                <a:solidFill>
                  <a:srgbClr val="262626"/>
                </a:solidFill>
              </a:rPr>
              <a:t>demo.h</a:t>
            </a:r>
            <a:r>
              <a:rPr lang="en-US" sz="1600" dirty="0">
                <a:solidFill>
                  <a:srgbClr val="262626"/>
                </a:solidFill>
              </a:rPr>
              <a:t> file.</a:t>
            </a:r>
          </a:p>
          <a:p>
            <a:r>
              <a:rPr lang="en-US" sz="1600" dirty="0">
                <a:solidFill>
                  <a:srgbClr val="262626"/>
                </a:solidFill>
              </a:rPr>
              <a:t>The status of the IP has changed as it was created on the older version.</a:t>
            </a:r>
          </a:p>
          <a:p>
            <a:pPr algn="ctr"/>
            <a:endParaRPr lang="en-US" sz="1600" dirty="0">
              <a:solidFill>
                <a:srgbClr val="262626"/>
              </a:solidFill>
            </a:endParaRPr>
          </a:p>
          <a:p>
            <a:pPr marL="457200" lvl="1" indent="0" algn="ctr">
              <a:buNone/>
            </a:pPr>
            <a:endParaRPr lang="en-US" sz="1600" dirty="0">
              <a:solidFill>
                <a:srgbClr val="262626"/>
              </a:solidFill>
            </a:endParaRPr>
          </a:p>
          <a:p>
            <a:pPr marL="457200" lvl="1" indent="0" algn="ctr">
              <a:buNone/>
            </a:pPr>
            <a:endParaRPr lang="en-US" sz="1600" dirty="0">
              <a:solidFill>
                <a:srgbClr val="262626"/>
              </a:solidFill>
            </a:endParaRPr>
          </a:p>
          <a:p>
            <a:pPr marL="457200" lvl="1" indent="0" algn="ctr">
              <a:buNone/>
            </a:pPr>
            <a:endParaRPr lang="en-US" sz="1600" dirty="0">
              <a:solidFill>
                <a:srgbClr val="262626"/>
              </a:solidFill>
            </a:endParaRPr>
          </a:p>
          <a:p>
            <a:pPr lvl="1" algn="ctr"/>
            <a:endParaRPr lang="en-US" sz="1600" dirty="0">
              <a:solidFill>
                <a:srgbClr val="262626"/>
              </a:solidFill>
            </a:endParaRPr>
          </a:p>
          <a:p>
            <a:pPr lvl="1" algn="ctr"/>
            <a:endParaRPr lang="en-US" sz="1600" dirty="0">
              <a:solidFill>
                <a:srgbClr val="262626"/>
              </a:solidFill>
            </a:endParaRPr>
          </a:p>
          <a:p>
            <a:pPr lvl="1" algn="ctr"/>
            <a:endParaRPr lang="en-US" sz="1600" dirty="0">
              <a:solidFill>
                <a:srgbClr val="26262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B3A1F-44BA-4B87-A293-2314721A2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334" y="982131"/>
            <a:ext cx="4538134" cy="4893735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11788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DFC7-BA53-40A2-A837-CF38B98F3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FA9D0-8CB2-46BC-9C7E-D4E891A90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262626"/>
                </a:solidFill>
              </a:rPr>
              <a:t>Problem in allocating appropriate memory for the recording.</a:t>
            </a:r>
          </a:p>
          <a:p>
            <a:r>
              <a:rPr lang="en-US" sz="2000" dirty="0">
                <a:solidFill>
                  <a:srgbClr val="262626"/>
                </a:solidFill>
              </a:rPr>
              <a:t>How to read and write in memory card.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093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 to the ZYBO Z7 DMA Audio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Used appropriate version of </a:t>
            </a:r>
            <a:r>
              <a:rPr lang="en-US" dirty="0" err="1"/>
              <a:t>Vivado</a:t>
            </a:r>
            <a:r>
              <a:rPr lang="en-US" dirty="0"/>
              <a:t> 18.3 for the project.</a:t>
            </a:r>
          </a:p>
          <a:p>
            <a:r>
              <a:rPr lang="en-US" dirty="0"/>
              <a:t>Upgraded IP to match the current version of project.</a:t>
            </a:r>
          </a:p>
          <a:p>
            <a:r>
              <a:rPr lang="en-US" dirty="0"/>
              <a:t>Set the J5 to JTAG to “recording never stops”. To do this I changed blue jumper cover up and off of the pins, then place it back down across the two right-most pins.</a:t>
            </a:r>
          </a:p>
          <a:p>
            <a:r>
              <a:rPr lang="en-US" dirty="0"/>
              <a:t>Added </a:t>
            </a:r>
            <a:br>
              <a:rPr lang="en-US" dirty="0"/>
            </a:br>
            <a:r>
              <a:rPr lang="en-US" sz="2200" i="1" dirty="0"/>
              <a:t>#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define DDR_BASE_ADDR XPAR_PS7_DDR_0_S_AXI_BASEADDR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in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demo.h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file.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New Solution</a:t>
            </a:r>
          </a:p>
          <a:p>
            <a:r>
              <a:rPr lang="en-US" dirty="0"/>
              <a:t>.Allocated proper memory for the audio file by using Generate Linker Script.</a:t>
            </a:r>
          </a:p>
          <a:p>
            <a:r>
              <a:rPr lang="en-US" dirty="0"/>
              <a:t>Used </a:t>
            </a:r>
            <a:r>
              <a:rPr lang="en-US" dirty="0" err="1"/>
              <a:t>xilffs</a:t>
            </a:r>
            <a:r>
              <a:rPr lang="en-US" dirty="0"/>
              <a:t> library to read and write on SD card.</a:t>
            </a:r>
          </a:p>
        </p:txBody>
      </p:sp>
    </p:spTree>
    <p:extLst>
      <p:ext uri="{BB962C8B-B14F-4D97-AF65-F5344CB8AC3E}">
        <p14:creationId xmlns:p14="http://schemas.microsoft.com/office/powerpoint/2010/main" val="1912477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>
            <a:normAutofit/>
          </a:bodyPr>
          <a:lstStyle/>
          <a:p>
            <a:r>
              <a:rPr lang="en-US" dirty="0"/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5824" y="2556932"/>
            <a:ext cx="3360771" cy="3318936"/>
          </a:xfrm>
        </p:spPr>
        <p:txBody>
          <a:bodyPr>
            <a:normAutofit/>
          </a:bodyPr>
          <a:lstStyle/>
          <a:p>
            <a:r>
              <a:rPr lang="en-US" dirty="0"/>
              <a:t>As of now I can record an audio on SD card through Line In and play it back.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C0711B-7A5B-420C-8421-5D1FFC43FD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16" r="2" b="2"/>
          <a:stretch/>
        </p:blipFill>
        <p:spPr>
          <a:xfrm>
            <a:off x="1412683" y="1410208"/>
            <a:ext cx="5278777" cy="385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6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record and save audio in an SD card using a GPIO switch.</a:t>
            </a:r>
          </a:p>
          <a:p>
            <a:r>
              <a:rPr lang="en-US" dirty="0"/>
              <a:t>Future work will include experimentation on how to get sounds to play on top of each other and storing the result into the microSD card for future playback.</a:t>
            </a:r>
          </a:p>
        </p:txBody>
      </p:sp>
    </p:spTree>
    <p:extLst>
      <p:ext uri="{BB962C8B-B14F-4D97-AF65-F5344CB8AC3E}">
        <p14:creationId xmlns:p14="http://schemas.microsoft.com/office/powerpoint/2010/main" val="2018640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https://forum.digilentinc.com/topic/21554-recording-never-stops-in-zybo-z7-10-in-zybo-z7-dma-audio-demo/#comment-62105 </a:t>
            </a:r>
            <a:r>
              <a:rPr lang="en-US" dirty="0" err="1"/>
              <a:t>Atlys</a:t>
            </a:r>
            <a:r>
              <a:rPr lang="en-US" dirty="0"/>
              <a:t> Board Reference Manual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https://forum.digilentinc.com/topic/19320-recording-never-stops-in-zybo-z7-20-dma-audio-demovivado-20182/</a:t>
            </a:r>
          </a:p>
        </p:txBody>
      </p:sp>
    </p:spTree>
    <p:extLst>
      <p:ext uri="{BB962C8B-B14F-4D97-AF65-F5344CB8AC3E}">
        <p14:creationId xmlns:p14="http://schemas.microsoft.com/office/powerpoint/2010/main" val="2925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7771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1753</TotalTime>
  <Words>431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Gill Sans MT</vt:lpstr>
      <vt:lpstr>Times New Roman</vt:lpstr>
      <vt:lpstr>Gallery</vt:lpstr>
      <vt:lpstr>     Audio Recording and Playback on Zybo Z7 Using SD CaRD</vt:lpstr>
      <vt:lpstr>Agenda</vt:lpstr>
      <vt:lpstr>Introduction</vt:lpstr>
      <vt:lpstr>Implementation</vt:lpstr>
      <vt:lpstr>Old Challenges</vt:lpstr>
      <vt:lpstr>New Challenges</vt:lpstr>
      <vt:lpstr>Solution to the ZYBO Z7 DMA Audio challenges</vt:lpstr>
      <vt:lpstr>Current Status</vt:lpstr>
      <vt:lpstr>Future Plan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HONEYPOT A N</dc:title>
  <dc:creator>Srihari Varadarajan</dc:creator>
  <cp:lastModifiedBy>vivek mishra</cp:lastModifiedBy>
  <cp:revision>97</cp:revision>
  <dcterms:created xsi:type="dcterms:W3CDTF">2013-11-30T18:45:03Z</dcterms:created>
  <dcterms:modified xsi:type="dcterms:W3CDTF">2021-05-07T17:11:30Z</dcterms:modified>
</cp:coreProperties>
</file>